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arykate" charset="1" panose="00000000000000000000"/>
      <p:regular r:id="rId13"/>
    </p:embeddedFont>
    <p:embeddedFont>
      <p:font typeface="Garet" charset="1" panose="00000000000000000000"/>
      <p:regular r:id="rId14"/>
    </p:embeddedFont>
    <p:embeddedFont>
      <p:font typeface="Horizon" charset="1" panose="02000500000000000000"/>
      <p:regular r:id="rId15"/>
    </p:embeddedFont>
    <p:embeddedFont>
      <p:font typeface="Canva Sans" charset="1" panose="020B0503030501040103"/>
      <p:regular r:id="rId16"/>
    </p:embeddedFont>
    <p:embeddedFont>
      <p:font typeface="Garet Bold" charset="1" panose="00000000000000000000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3066" y="148896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6913992" cy="12291542"/>
          </a:xfrm>
          <a:custGeom>
            <a:avLst/>
            <a:gdLst/>
            <a:ahLst/>
            <a:cxnLst/>
            <a:rect r="r" b="b" t="t" l="l"/>
            <a:pathLst>
              <a:path h="12291542" w="6913992">
                <a:moveTo>
                  <a:pt x="6913992" y="0"/>
                </a:moveTo>
                <a:lnTo>
                  <a:pt x="0" y="0"/>
                </a:lnTo>
                <a:lnTo>
                  <a:pt x="0" y="12291542"/>
                </a:lnTo>
                <a:lnTo>
                  <a:pt x="6913992" y="12291542"/>
                </a:lnTo>
                <a:lnTo>
                  <a:pt x="691399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4221" y="470567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9144000" y="6933148"/>
            <a:ext cx="9144000" cy="5081603"/>
          </a:xfrm>
          <a:custGeom>
            <a:avLst/>
            <a:gdLst/>
            <a:ahLst/>
            <a:cxnLst/>
            <a:rect r="r" b="b" t="t" l="l"/>
            <a:pathLst>
              <a:path h="5081603" w="9144000">
                <a:moveTo>
                  <a:pt x="9144000" y="0"/>
                </a:moveTo>
                <a:lnTo>
                  <a:pt x="0" y="0"/>
                </a:lnTo>
                <a:lnTo>
                  <a:pt x="0" y="5081603"/>
                </a:lnTo>
                <a:lnTo>
                  <a:pt x="9144000" y="508160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34247" y="1667915"/>
            <a:ext cx="10889605" cy="277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59"/>
              </a:lnSpc>
            </a:pPr>
            <a:r>
              <a:rPr lang="en-US" sz="7899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Система за оценяване</a:t>
            </a:r>
          </a:p>
          <a:p>
            <a:pPr algn="ctr">
              <a:lnSpc>
                <a:spcPts val="11059"/>
              </a:lnSpc>
              <a:spcBef>
                <a:spcPct val="0"/>
              </a:spcBef>
            </a:pPr>
            <a:r>
              <a:rPr lang="en-US" sz="7899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 на тестове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63705" y="4437704"/>
            <a:ext cx="7430691" cy="48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Изготвено от: Даниела Лекова X г клас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51889" y="1519555"/>
            <a:ext cx="15278306" cy="5981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Да се създаде програма, която позволява въвеждане от клавиатурата на името на ученик и броя точки, които той е получил. Програмата трябва да използва нормален (инстанционен) клас, който да представлява отделен ученик, съдържащ неговото име и точките му като полета, както и методи за достъп и обработка на тази информация.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Освен това трябва да се създаде статичен клас, който да отговаря за общата логика на оценяване или обработка на резултатите.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183014" y="444246"/>
            <a:ext cx="14747181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УСЛВОИЕ НА ЗАДАЧАТА: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646698" y="4129640"/>
            <a:ext cx="9694548" cy="6782194"/>
          </a:xfrm>
          <a:custGeom>
            <a:avLst/>
            <a:gdLst/>
            <a:ahLst/>
            <a:cxnLst/>
            <a:rect r="r" b="b" t="t" l="l"/>
            <a:pathLst>
              <a:path h="6782194" w="9694548">
                <a:moveTo>
                  <a:pt x="0" y="0"/>
                </a:moveTo>
                <a:lnTo>
                  <a:pt x="9694548" y="0"/>
                </a:lnTo>
                <a:lnTo>
                  <a:pt x="9694548" y="6782194"/>
                </a:lnTo>
                <a:lnTo>
                  <a:pt x="0" y="6782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24071" y="713563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54538" y="21166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81695" y="7482176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466426" y="-419936"/>
            <a:ext cx="8817215" cy="14025903"/>
          </a:xfrm>
          <a:custGeom>
            <a:avLst/>
            <a:gdLst/>
            <a:ahLst/>
            <a:cxnLst/>
            <a:rect r="r" b="b" t="t" l="l"/>
            <a:pathLst>
              <a:path h="14025903" w="8817215">
                <a:moveTo>
                  <a:pt x="8817214" y="0"/>
                </a:moveTo>
                <a:lnTo>
                  <a:pt x="0" y="0"/>
                </a:lnTo>
                <a:lnTo>
                  <a:pt x="0" y="14025903"/>
                </a:lnTo>
                <a:lnTo>
                  <a:pt x="8817214" y="14025903"/>
                </a:lnTo>
                <a:lnTo>
                  <a:pt x="881721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8035" y="2979904"/>
            <a:ext cx="8925965" cy="6787350"/>
          </a:xfrm>
          <a:custGeom>
            <a:avLst/>
            <a:gdLst/>
            <a:ahLst/>
            <a:cxnLst/>
            <a:rect r="r" b="b" t="t" l="l"/>
            <a:pathLst>
              <a:path h="6787350" w="8925965">
                <a:moveTo>
                  <a:pt x="0" y="0"/>
                </a:moveTo>
                <a:lnTo>
                  <a:pt x="8925965" y="0"/>
                </a:lnTo>
                <a:lnTo>
                  <a:pt x="8925965" y="6787350"/>
                </a:lnTo>
                <a:lnTo>
                  <a:pt x="0" y="6787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55" t="0" r="-13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82638"/>
            <a:ext cx="7886028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Class  TestScore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29428" y="2913229"/>
            <a:ext cx="6106806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В класа TestScore се добавят полетата , които показват: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-Точките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-Името на ученика 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-Оценката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12602" y="3402257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22218" y="-477520"/>
            <a:ext cx="5007541" cy="8902294"/>
          </a:xfrm>
          <a:custGeom>
            <a:avLst/>
            <a:gdLst/>
            <a:ahLst/>
            <a:cxnLst/>
            <a:rect r="r" b="b" t="t" l="l"/>
            <a:pathLst>
              <a:path h="8902294" w="5007541">
                <a:moveTo>
                  <a:pt x="5007540" y="0"/>
                </a:moveTo>
                <a:lnTo>
                  <a:pt x="0" y="0"/>
                </a:lnTo>
                <a:lnTo>
                  <a:pt x="0" y="8902294"/>
                </a:lnTo>
                <a:lnTo>
                  <a:pt x="5007540" y="8902294"/>
                </a:lnTo>
                <a:lnTo>
                  <a:pt x="500754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567694">
            <a:off x="13164322" y="6330957"/>
            <a:ext cx="7535366" cy="4187635"/>
          </a:xfrm>
          <a:custGeom>
            <a:avLst/>
            <a:gdLst/>
            <a:ahLst/>
            <a:cxnLst/>
            <a:rect r="r" b="b" t="t" l="l"/>
            <a:pathLst>
              <a:path h="4187635" w="7535366">
                <a:moveTo>
                  <a:pt x="0" y="0"/>
                </a:moveTo>
                <a:lnTo>
                  <a:pt x="7535365" y="0"/>
                </a:lnTo>
                <a:lnTo>
                  <a:pt x="7535365" y="4187635"/>
                </a:lnTo>
                <a:lnTo>
                  <a:pt x="0" y="4187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52372" y="-333545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79134" y="2504273"/>
            <a:ext cx="9220376" cy="5278454"/>
          </a:xfrm>
          <a:custGeom>
            <a:avLst/>
            <a:gdLst/>
            <a:ahLst/>
            <a:cxnLst/>
            <a:rect r="r" b="b" t="t" l="l"/>
            <a:pathLst>
              <a:path h="5278454" w="9220376">
                <a:moveTo>
                  <a:pt x="0" y="0"/>
                </a:moveTo>
                <a:lnTo>
                  <a:pt x="9220377" y="0"/>
                </a:lnTo>
                <a:lnTo>
                  <a:pt x="9220377" y="5278454"/>
                </a:lnTo>
                <a:lnTo>
                  <a:pt x="0" y="5278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95393" y="622300"/>
            <a:ext cx="9795687" cy="92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4"/>
              </a:lnSpc>
              <a:spcBef>
                <a:spcPct val="0"/>
              </a:spcBef>
            </a:pPr>
            <a:r>
              <a:rPr lang="en-US" sz="546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Static class CalculateGrade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33639" y="2796597"/>
            <a:ext cx="4114883" cy="259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В класа </a:t>
            </a:r>
            <a:r>
              <a:rPr lang="en-US" b="true" sz="2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CalculateGrade </a:t>
            </a: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се проверяват се точките и се изчислява оценката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424696" y="4026761"/>
            <a:ext cx="8932907" cy="8229600"/>
          </a:xfrm>
          <a:custGeom>
            <a:avLst/>
            <a:gdLst/>
            <a:ahLst/>
            <a:cxnLst/>
            <a:rect r="r" b="b" t="t" l="l"/>
            <a:pathLst>
              <a:path h="8229600" w="8932907">
                <a:moveTo>
                  <a:pt x="8932907" y="0"/>
                </a:moveTo>
                <a:lnTo>
                  <a:pt x="0" y="0"/>
                </a:lnTo>
                <a:lnTo>
                  <a:pt x="0" y="8229600"/>
                </a:lnTo>
                <a:lnTo>
                  <a:pt x="8932907" y="8229600"/>
                </a:lnTo>
                <a:lnTo>
                  <a:pt x="8932907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672140">
            <a:off x="-4466453" y="-4274549"/>
            <a:ext cx="8932907" cy="8229600"/>
          </a:xfrm>
          <a:custGeom>
            <a:avLst/>
            <a:gdLst/>
            <a:ahLst/>
            <a:cxnLst/>
            <a:rect r="r" b="b" t="t" l="l"/>
            <a:pathLst>
              <a:path h="8229600" w="8932907">
                <a:moveTo>
                  <a:pt x="8932906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932906" y="0"/>
                </a:lnTo>
                <a:lnTo>
                  <a:pt x="8932906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71898" y="372223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0883" y="2175811"/>
            <a:ext cx="8241992" cy="7082489"/>
          </a:xfrm>
          <a:custGeom>
            <a:avLst/>
            <a:gdLst/>
            <a:ahLst/>
            <a:cxnLst/>
            <a:rect r="r" b="b" t="t" l="l"/>
            <a:pathLst>
              <a:path h="7082489" w="8241992">
                <a:moveTo>
                  <a:pt x="0" y="0"/>
                </a:moveTo>
                <a:lnTo>
                  <a:pt x="8241992" y="0"/>
                </a:lnTo>
                <a:lnTo>
                  <a:pt x="8241992" y="7082489"/>
                </a:lnTo>
                <a:lnTo>
                  <a:pt x="0" y="7082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880" t="0" r="-1688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27507" y="-171450"/>
            <a:ext cx="637073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Main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30278" y="3142730"/>
            <a:ext cx="1018135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В класа Main се пишат името, точките и се извежда оценката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205750"/>
            <a:ext cx="18288000" cy="9877425"/>
          </a:xfrm>
          <a:custGeom>
            <a:avLst/>
            <a:gdLst/>
            <a:ahLst/>
            <a:cxnLst/>
            <a:rect r="r" b="b" t="t" l="l"/>
            <a:pathLst>
              <a:path h="9877425" w="18288000">
                <a:moveTo>
                  <a:pt x="0" y="0"/>
                </a:moveTo>
                <a:lnTo>
                  <a:pt x="18288000" y="0"/>
                </a:lnTo>
                <a:lnTo>
                  <a:pt x="18288000" y="9877425"/>
                </a:lnTo>
                <a:lnTo>
                  <a:pt x="0" y="9877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59113" y="-324762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048577" y="4061457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00261" y="2312528"/>
            <a:ext cx="11436174" cy="6442601"/>
          </a:xfrm>
          <a:custGeom>
            <a:avLst/>
            <a:gdLst/>
            <a:ahLst/>
            <a:cxnLst/>
            <a:rect r="r" b="b" t="t" l="l"/>
            <a:pathLst>
              <a:path h="6442601" w="11436174">
                <a:moveTo>
                  <a:pt x="0" y="0"/>
                </a:moveTo>
                <a:lnTo>
                  <a:pt x="11436175" y="0"/>
                </a:lnTo>
                <a:lnTo>
                  <a:pt x="11436175" y="6442601"/>
                </a:lnTo>
                <a:lnTo>
                  <a:pt x="0" y="6442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23530" y="159703"/>
            <a:ext cx="518963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Пример: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17839" y="5070825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7782476" cy="12379902"/>
          </a:xfrm>
          <a:custGeom>
            <a:avLst/>
            <a:gdLst/>
            <a:ahLst/>
            <a:cxnLst/>
            <a:rect r="r" b="b" t="t" l="l"/>
            <a:pathLst>
              <a:path h="12379902" w="7782476">
                <a:moveTo>
                  <a:pt x="0" y="0"/>
                </a:moveTo>
                <a:lnTo>
                  <a:pt x="7782476" y="0"/>
                </a:lnTo>
                <a:lnTo>
                  <a:pt x="7782476" y="12379902"/>
                </a:lnTo>
                <a:lnTo>
                  <a:pt x="0" y="12379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614" y="3302620"/>
            <a:ext cx="12676768" cy="288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9"/>
              </a:lnSpc>
            </a:pPr>
            <a:r>
              <a:rPr lang="en-US" sz="10374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БЛАГОДЯАРЯ ВИ ЗА ВНИМАНИЕТО! 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44536" y="-2501909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DAG7kcu5Jeg</dc:identifier>
  <dcterms:modified xsi:type="dcterms:W3CDTF">2011-08-01T06:04:30Z</dcterms:modified>
  <cp:revision>1</cp:revision>
  <dc:title>Black and White Futuristic Tech Presentation</dc:title>
</cp:coreProperties>
</file>